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-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-the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-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-capabilit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-model-da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-reposit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-runboo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-agent-bound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